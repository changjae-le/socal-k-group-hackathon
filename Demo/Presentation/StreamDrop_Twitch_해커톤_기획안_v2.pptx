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0a75c982094f49" /><Relationship Type="http://schemas.openxmlformats.org/officeDocument/2006/relationships/extended-properties" Target="/docProps/app.xml" Id="Rf69ef6e7deb742d0" /><Relationship Type="http://schemas.openxmlformats.org/officeDocument/2006/relationships/officeDocument" Target="/ppt/presentation.xml" Id="Rd6f49ec5fd774b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a7fb1ea85f49c2"/>
  </p:sldMasterIdLst>
  <p:notesMasterIdLst>
    <p:notesMasterId xmlns:r="http://schemas.openxmlformats.org/officeDocument/2006/relationships" r:id="R44e3af84fdab4b52"/>
  </p:notesMasterIdLst>
  <p:sldIdLst>
    <p:sldId xmlns:r="http://schemas.openxmlformats.org/officeDocument/2006/relationships" id="256" r:id="Rd3bd2f0183864d45"/>
    <p:sldId xmlns:r="http://schemas.openxmlformats.org/officeDocument/2006/relationships" id="257" r:id="Ra3f70ab4f924408a"/>
    <p:sldId xmlns:r="http://schemas.openxmlformats.org/officeDocument/2006/relationships" id="258" r:id="Re5ca025908fa48b5"/>
    <p:sldId xmlns:r="http://schemas.openxmlformats.org/officeDocument/2006/relationships" id="259" r:id="R40b27e86e88743c0"/>
    <p:sldId xmlns:r="http://schemas.openxmlformats.org/officeDocument/2006/relationships" id="260" r:id="R803edfbad89d47a8"/>
    <p:sldId xmlns:r="http://schemas.openxmlformats.org/officeDocument/2006/relationships" id="261" r:id="R3016e4edd48a4f48"/>
    <p:sldId xmlns:r="http://schemas.openxmlformats.org/officeDocument/2006/relationships" id="262" r:id="R16f8ca4a7e324b98"/>
    <p:sldId xmlns:r="http://schemas.openxmlformats.org/officeDocument/2006/relationships" id="263" r:id="Rd5423d5c96474835"/>
    <p:sldId xmlns:r="http://schemas.openxmlformats.org/officeDocument/2006/relationships" id="264" r:id="Rf8adc6fb1dbd4485"/>
    <p:sldId xmlns:r="http://schemas.openxmlformats.org/officeDocument/2006/relationships" id="265" r:id="R1c3946638337409c"/>
    <p:sldId xmlns:r="http://schemas.openxmlformats.org/officeDocument/2006/relationships" id="266" r:id="R9a7bb54937fc44b9"/>
    <p:sldId xmlns:r="http://schemas.openxmlformats.org/officeDocument/2006/relationships" id="267" r:id="Radcfe059417c4239"/>
    <p:sldId xmlns:r="http://schemas.openxmlformats.org/officeDocument/2006/relationships" id="268" r:id="R04be8d62277240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2bb18c359f4dd3" /><Relationship Type="http://schemas.openxmlformats.org/officeDocument/2006/relationships/slideMaster" Target="/ppt/slideMasters/slideMaster1.xml" Id="R40a7fb1ea85f49c2" /><Relationship Type="http://schemas.openxmlformats.org/officeDocument/2006/relationships/notesMaster" Target="/ppt/notesMasters/notesMaster1.xml" Id="R44e3af84fdab4b52" /><Relationship Type="http://schemas.openxmlformats.org/officeDocument/2006/relationships/presProps" Target="/ppt/presProps.xml" Id="R20f544038bd14289" /><Relationship Type="http://schemas.openxmlformats.org/officeDocument/2006/relationships/tableStyles" Target="/ppt/tableStyles.xml" Id="R3c7fc172120d4012" /><Relationship Type="http://schemas.openxmlformats.org/officeDocument/2006/relationships/slide" Target="/ppt/slides/slide1.xml" Id="Rd3bd2f0183864d45" /><Relationship Type="http://schemas.openxmlformats.org/officeDocument/2006/relationships/slide" Target="/ppt/slides/slide2.xml" Id="Ra3f70ab4f924408a" /><Relationship Type="http://schemas.openxmlformats.org/officeDocument/2006/relationships/slide" Target="/ppt/slides/slide3.xml" Id="Re5ca025908fa48b5" /><Relationship Type="http://schemas.openxmlformats.org/officeDocument/2006/relationships/slide" Target="/ppt/slides/slide4.xml" Id="R40b27e86e88743c0" /><Relationship Type="http://schemas.openxmlformats.org/officeDocument/2006/relationships/slide" Target="/ppt/slides/slide5.xml" Id="R803edfbad89d47a8" /><Relationship Type="http://schemas.openxmlformats.org/officeDocument/2006/relationships/slide" Target="/ppt/slides/slide6.xml" Id="R3016e4edd48a4f48" /><Relationship Type="http://schemas.openxmlformats.org/officeDocument/2006/relationships/slide" Target="/ppt/slides/slide7.xml" Id="R16f8ca4a7e324b98" /><Relationship Type="http://schemas.openxmlformats.org/officeDocument/2006/relationships/slide" Target="/ppt/slides/slide8.xml" Id="Rd5423d5c96474835" /><Relationship Type="http://schemas.openxmlformats.org/officeDocument/2006/relationships/slide" Target="/ppt/slides/slide9.xml" Id="Rf8adc6fb1dbd4485" /><Relationship Type="http://schemas.openxmlformats.org/officeDocument/2006/relationships/slide" Target="/ppt/slides/slide10.xml" Id="R1c3946638337409c" /><Relationship Type="http://schemas.openxmlformats.org/officeDocument/2006/relationships/slide" Target="/ppt/slides/slide11.xml" Id="R9a7bb54937fc44b9" /><Relationship Type="http://schemas.openxmlformats.org/officeDocument/2006/relationships/slide" Target="/ppt/slides/slide12.xml" Id="Radcfe059417c4239" /><Relationship Type="http://schemas.openxmlformats.org/officeDocument/2006/relationships/slide" Target="/ppt/slides/slide13.xml" Id="R04be8d62277240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a813993ce840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47bcf32fb84ff9" /><Relationship Type="http://schemas.openxmlformats.org/officeDocument/2006/relationships/notesMaster" Target="/ppt/notesMasters/notesMaster1.xml" Id="R5d2d1f6bebd649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248b0b810a4d30" /><Relationship Type="http://schemas.openxmlformats.org/officeDocument/2006/relationships/notesMaster" Target="/ppt/notesMasters/notesMaster1.xml" Id="R60e5a97a4e864d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9cd9ea590947e7" /><Relationship Type="http://schemas.openxmlformats.org/officeDocument/2006/relationships/notesMaster" Target="/ppt/notesMasters/notesMaster1.xml" Id="R7a071f69f1c84a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748313dc3b4bcd" /><Relationship Type="http://schemas.openxmlformats.org/officeDocument/2006/relationships/notesMaster" Target="/ppt/notesMasters/notesMaster1.xml" Id="Rce5712e6e4a94f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b0ba5bf033483a" /><Relationship Type="http://schemas.openxmlformats.org/officeDocument/2006/relationships/notesMaster" Target="/ppt/notesMasters/notesMaster1.xml" Id="R408c6817980a4d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4a86eefac44620" /><Relationship Type="http://schemas.openxmlformats.org/officeDocument/2006/relationships/notesMaster" Target="/ppt/notesMasters/notesMaster1.xml" Id="R40586be3f8bf49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63814ec94b419a" /><Relationship Type="http://schemas.openxmlformats.org/officeDocument/2006/relationships/notesMaster" Target="/ppt/notesMasters/notesMaster1.xml" Id="R2eb696d78e4f49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177647c8434426" /><Relationship Type="http://schemas.openxmlformats.org/officeDocument/2006/relationships/notesMaster" Target="/ppt/notesMasters/notesMaster1.xml" Id="R3a21f9e6224f48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257bf916d649cd" /><Relationship Type="http://schemas.openxmlformats.org/officeDocument/2006/relationships/notesMaster" Target="/ppt/notesMasters/notesMaster1.xml" Id="R1263d8dee2fd4a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9472e9a09a44f6" /><Relationship Type="http://schemas.openxmlformats.org/officeDocument/2006/relationships/notesMaster" Target="/ppt/notesMasters/notesMaster1.xml" Id="Re9258874af2143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92756867c84ea0" /><Relationship Type="http://schemas.openxmlformats.org/officeDocument/2006/relationships/notesMaster" Target="/ppt/notesMasters/notesMaster1.xml" Id="Rbf9996116b1741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83d474d3094348" /><Relationship Type="http://schemas.openxmlformats.org/officeDocument/2006/relationships/notesMaster" Target="/ppt/notesMasters/notesMaster1.xml" Id="R5f883eb794924a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4b48b9cc164922" /><Relationship Type="http://schemas.openxmlformats.org/officeDocument/2006/relationships/notesMaster" Target="/ppt/notesMasters/notesMaster1.xml" Id="R99f9b37e2b414f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오프닝: Twitch 채팅의 한 줄이 전 세계 시청자의 현지 선물로 이어지는 경험을 제안한다.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https://dev.twitch.tv/docs/chat/send-receive-messages/</a:t>
            </a:r>
          </a:p>
          <a:p xmlns:a="http://schemas.openxmlformats.org/drawingml/2006/main">
            <a:r>
              <a:t>- https://kr-bizsodagift-docs.readme.io/docs/getting-started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문제: Twitch 참여는 하나의 채팅에서 일어나지만 당첨자 식별, 국가별 상품, 비공개 수령은 별도의 지급 계층이 필요하다.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https://dev.twitch.tv/docs/eventsub/eventsub-subscription-types/</a:t>
            </a:r>
          </a:p>
          <a:p xmlns:a="http://schemas.openxmlformats.org/drawingml/2006/main">
            <a:r>
              <a:t>- https://kr-bizsodagift-docs.readme.io/docs/delivery-methods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참가자는 StreamDrop에서 Twitch 로그인과 국가 등록을 마친 뒤 채팅에 !drop을 입력한다. EventSub의 chatter_user_id가 등록 계정과 참가 기록을 잇는다.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https://dev.twitch.tv/docs/eventsub/eventsub-subscription-types/</a:t>
            </a:r>
          </a:p>
          <a:p xmlns:a="http://schemas.openxmlformats.org/drawingml/2006/main">
            <a:r>
              <a:t>- https://dev.twitch.tv/docs/authentication/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MVP는 Twitch 자체 확장 프로그램이 아니라 채팅, OBS Browser Source, 외부 claim page를 동기화한다.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https://dev.twitch.tv/docs/extensions/</a:t>
            </a:r>
          </a:p>
          <a:p xmlns:a="http://schemas.openxmlformats.org/drawingml/2006/main">
            <a:r>
              <a:t>- https://dev.twitch.tv/docs/chat/send-receive-messages/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https://nextjs.org/docs/app/guides/backend-for-frontend</a:t>
            </a:r>
          </a:p>
          <a:p xmlns:a="http://schemas.openxmlformats.org/drawingml/2006/main">
            <a:r>
              <a:t>- https://kr-bizsodagift-docs.readme.io/docs/3-sending-your-first-reward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POST 주문 응답에서 LINK가 즉시 준비된다고 가정하지 않는다. 주문 상세를 짧게 폴링하고 delivery.link가 준비되면 당첨자 화면에 노출한다.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https://kr-bizsodagift-docs.readme.io/docs/order-lifecycle</a:t>
            </a:r>
          </a:p>
          <a:p xmlns:a="http://schemas.openxmlformats.org/drawingml/2006/main">
            <a:r>
              <a:t>- https://kr-bizsodagift-docs.readme.io/reference/getorderbyid-1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SodaGift LINK를 공개 채팅에 게시하지 않는다. Twitch OAuth 계정과 EventSub의 chatter_user_id가 일치한 당첨자에게만 claim page에서 반환한다.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https://dev.twitch.tv/docs/authentication/</a:t>
            </a:r>
          </a:p>
          <a:p xmlns:a="http://schemas.openxmlformats.org/drawingml/2006/main">
            <a:r>
              <a:t>- https://dev.twitch.tv/docs/eventsub/eventsub-subscription-types/</a:t>
            </a:r>
          </a:p>
          <a:p xmlns:a="http://schemas.openxmlformats.org/drawingml/2006/main">
            <a:r>
              <a:t>- https://kr-bizsodagift-docs.readme.io/docs/delivery-methods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https://obsproject.com/kb/quick-start-guide</a:t>
            </a:r>
          </a:p>
          <a:p xmlns:a="http://schemas.openxmlformats.org/drawingml/2006/main">
            <a:r>
              <a:t>- https://developers.cloudflare.com/tunnel/setup/</a:t>
            </a:r>
          </a:p>
          <a:p xmlns:a="http://schemas.openxmlformats.org/drawingml/2006/main">
            <a:r>
              <a:t>- https://kr-bizsodagift-docs.readme.io/docs/rate-limiting-1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하루 MVP는 Extension 심사나 Whisper 전달을 제외하고 EventSub WebSocket, Chat API, OBS Browser Source, 외부 claim page의 한 번의 완주에 집중한다.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https://dev.twitch.tv/docs/extensions/life-cycle/</a:t>
            </a:r>
          </a:p>
          <a:p xmlns:a="http://schemas.openxmlformats.org/drawingml/2006/main">
            <a:r>
              <a:t>- https://dev.twitch.tv/docs/eventsub/handling-websocket-events/</a:t>
            </a:r>
          </a:p>
          <a:p xmlns:a="http://schemas.openxmlformats.org/drawingml/2006/main">
            <a:r>
              <a:t>- https://dev.twitch.tv/docs/chat/send-receive-messages/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https://nextjs.org/docs/app/guides/backend-for-frontend</a:t>
            </a:r>
          </a:p>
          <a:p xmlns:a="http://schemas.openxmlformats.org/drawingml/2006/main">
            <a:r>
              <a:t>- https://kr-bizsodagift-docs.readme.io/docs/3-sending-your-first-reward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해커톤 전날 Twitch 앱, 리디렉트 URI, 테스트 채널을 준비한다. 오전에는 OAuth·EventSub와 화면을 병렬 구현하고 오후에 지급 흐름을 통합한다.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https://dev.twitch.tv/docs/authentication/register-app/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크리에이터와 브랜드가 캠페인 및 경품 예산을 부담하는 B2B2C 모델이다. Twitch 라이브 캠페인이 반복될수록 SodaGift 주문액도 반복된다.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https://kr-bizsodagift-docs.readme.io/docs/getting-started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클로징 데모: Twitch 로그인과 국가 선택, !drop 입력, OBS 룰렛과 봇 발표, 당첨 계정의 SodaGift LINK 수령까지 한 번에 보여준다.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https://dev.twitch.tv/docs/chat/send-receive-messages/</a:t>
            </a:r>
          </a:p>
          <a:p xmlns:a="http://schemas.openxmlformats.org/drawingml/2006/main">
            <a:r>
              <a:t>- https://kr-bizsodagift-docs.readme.io/docs/delivery-methods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3751ebb6d64b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02da2fcc2749cc" /><Relationship Type="http://schemas.openxmlformats.org/officeDocument/2006/relationships/slideLayout" Target="/ppt/slideLayouts/slideLayout1.xml" Id="R448a0af1d8a742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8a0af1d8a742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eb4442c9b420c" /><Relationship Type="http://schemas.openxmlformats.org/officeDocument/2006/relationships/notesSlide" Target="/ppt/notesSlides/notesSlide1.xml" Id="R81134f22ba5c4b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553ee9dbe43f7" /><Relationship Type="http://schemas.openxmlformats.org/officeDocument/2006/relationships/notesSlide" Target="/ppt/notesSlides/notesSlide2.xml" Id="R665499a44ee54a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84b721f144a77" /><Relationship Type="http://schemas.openxmlformats.org/officeDocument/2006/relationships/notesSlide" Target="/ppt/notesSlides/notesSlide3.xml" Id="Rf11cc7bc9a2546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a735a79034bdb" /><Relationship Type="http://schemas.openxmlformats.org/officeDocument/2006/relationships/notesSlide" Target="/ppt/notesSlides/notesSlide4.xml" Id="Rb616da4823554d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cecd0e12d4a1a" /><Relationship Type="http://schemas.openxmlformats.org/officeDocument/2006/relationships/notesSlide" Target="/ppt/notesSlides/notesSlide5.xml" Id="Rc06e9ca618be45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a0ff4e826490b" /><Relationship Type="http://schemas.openxmlformats.org/officeDocument/2006/relationships/notesSlide" Target="/ppt/notesSlides/notesSlide6.xml" Id="R26c9d941ca5948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68bb007194e20" /><Relationship Type="http://schemas.openxmlformats.org/officeDocument/2006/relationships/notesSlide" Target="/ppt/notesSlides/notesSlide7.xml" Id="R5eafab9253ac43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0333eedd64946" /><Relationship Type="http://schemas.openxmlformats.org/officeDocument/2006/relationships/notesSlide" Target="/ppt/notesSlides/notesSlide8.xml" Id="R1ed0271a8bcd4f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e4deae2ca47dd" /><Relationship Type="http://schemas.openxmlformats.org/officeDocument/2006/relationships/notesSlide" Target="/ppt/notesSlides/notesSlide9.xml" Id="R3b2911cf6a1e4b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2229ac79748bd" /><Relationship Type="http://schemas.openxmlformats.org/officeDocument/2006/relationships/notesSlide" Target="/ppt/notesSlides/notesSlide10.xml" Id="R4e1f81f0fe0749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ef3fa90944ae0" /><Relationship Type="http://schemas.openxmlformats.org/officeDocument/2006/relationships/notesSlide" Target="/ppt/notesSlides/notesSlide11.xml" Id="R864be0b014e440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198ef8ad044c6" /><Relationship Type="http://schemas.openxmlformats.org/officeDocument/2006/relationships/notesSlide" Target="/ppt/notesSlides/notesSlide12.xml" Id="Rf1c74eaaf4624a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c519830764c1b" /><Relationship Type="http://schemas.openxmlformats.org/officeDocument/2006/relationships/notesSlide" Target="/ppt/notesSlides/notesSlide13.xml" Id="Rd0e89d42fe1c48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7B61B-AEF3-4E37-A16A-01CF1D86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31F40-28CD-48B6-8873-1062E8BD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6954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DCBF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FF9AD-541D-4272-8EE5-176504A4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52650"/>
            <a:ext cx="3143250" cy="3143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0BBAF-E0DD-4721-9C61-0378F8AE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000250" cy="2000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DCB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AE30F-34ED-45BD-90C5-3ED79D2C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48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0BDA7-EF12-4E84-9735-D5BCA15A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04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FBE6D-B798-4E35-9D55-406C129B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292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DROP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4D87F-492E-4C72-BDAE-1A44A91A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E321B-325A-4818-B672-40B28DA0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6000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QR 한 번으로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전 세계 팬에게 즉시 리워드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8C542-D17F-448B-B0E4-8FD8D08A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581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Twitch × OBS × Next.js × SodaGift 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17FBD-B1D3-4F1B-917A-03827577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57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QR Live Reward · 1-Day MVP · v2</a:t>
            </a:r>
          </a:p>
        </p:txBody>
      </p:sp>
    </p:spTree>
    <p:extLst>
      <p:ext uri="{BB962C8B-B14F-4D97-AF65-F5344CB8AC3E}">
        <p14:creationId xmlns:p14="http://schemas.microsoft.com/office/powerpoint/2010/main" val="13776194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CC859-C8F4-4B31-86C9-1A75F486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1965594B-6A83-4B5C-8520-46B4A766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전 세계 팬은 한 방송에 모이지만, 지급 조건은 다르다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040D8-B864-4490-91CF-44D5C946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24068-9352-43E4-A519-26E068D6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하나의 Twitch 방송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4A12F-998F-4527-95CF-4FA3CA9C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글로벌 시청자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E6981-B336-4512-AA5D-AB83B966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서로 다른 국가·상품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9A6BD-EDE6-47CA-BEC5-A70A2209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495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크리에이터는 추첨을 열 수 있지만,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참여 확인과 지급은 별도 도구가 필요하다.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73F20-D745-4783-8DD6-66F5C42A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52600"/>
            <a:ext cx="0" cy="3619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0B238-8974-4683-9984-7C0B377F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907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2182D-B5E5-4483-B27E-06E9A3D1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526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참여 진입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8A3CC-32F7-4F0D-9EBB-A73A2205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717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채팅 가입 없이 QR로 즉시 참여해야 한다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11603-D4A8-4394-A3A9-C5956165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289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6D1EC-8048-4FEA-82F6-46017614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908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국가별 상품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C4C07-0CB4-4D3C-8956-23139D75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099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국가마다 가능한 브랜드와 상품이 다르다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66A498-DDDE-4B20-81EC-28784CD6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672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7DB6D-AFC9-46F7-BD51-212574A3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291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수령 보안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52A9E-817D-412B-B6E5-FC8589E5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48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공개된 LINK는 다른 사람이 사용할 수 있다</a:t>
            </a:r>
          </a:p>
        </p:txBody>
      </p:sp>
    </p:spTree>
    <p:extLst>
      <p:ext uri="{BB962C8B-B14F-4D97-AF65-F5344CB8AC3E}">
        <p14:creationId xmlns:p14="http://schemas.microsoft.com/office/powerpoint/2010/main" val="10300759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0A617B-8374-463B-9153-1A733CEC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6A4185D2-F539-42DB-9306-9891D283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방송 QR에서 당첨자의 선물 수령까지 한 흐름으로 잇는다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1E1CF-1A34-4E92-AB5D-6A81863B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05CF4-9741-4791-A410-B59FD557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E70EE-4C17-4F58-92F4-3321C047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61ADC-5A5A-4005-B784-1F81BA83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41010-C274-4268-BDA7-AF3E6E25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이벤트 시작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98A61A-8AEF-40E6-B483-FA6236B7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866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운영자가 참여를 연다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8ABBE-9F35-4700-9D8E-CE543DD1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33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1AE66-9BC7-4774-8BF0-73A4EC19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289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6C054-1A8B-47B7-BD95-85CACCE1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38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QR 참여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CD1A7-A19F-44BB-A427-4E25E642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38550"/>
            <a:ext cx="1866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닉네임·국가 입력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6218B-75D7-4FF5-B520-9F25E8A5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33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27C5AD-9DBC-4E4D-B871-EF6CE585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289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DCF60-03D8-491A-88A5-F51C60FE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38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참여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A681F7-170B-4EF0-BEC3-2B8D1341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38550"/>
            <a:ext cx="1866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인원·목록 자동 갱신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9C5836-63AA-46D4-AC2A-3310E82E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33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92ABC3-0EC1-482C-AFA2-4D224354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289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2F779-031D-43EC-94E0-A1A2EAA0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38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실시간 추첨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F6CC18-E9EA-4B81-B2CD-DB1FA2D7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38550"/>
            <a:ext cx="1866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OBS에서 당첨 발표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BD7480-C3BD-4C11-9AE1-BA7547D7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33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CAF63F-C3DC-4C7D-9BFE-D6090655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289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6C7D8F-7D04-48F7-9FE4-699CC30B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38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개인 수령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F0E342-32A1-4404-9B6C-AABBE63D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38550"/>
            <a:ext cx="1866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당첨자만 LINK 접근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63DE43-40E0-4D0D-A2F7-39803A7D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참가자는 휴대폰, 운영자는 /admin, 시청자는 Twitch에서 같은 상태를 본다.</a:t>
            </a:r>
          </a:p>
        </p:txBody>
      </p:sp>
    </p:spTree>
    <p:extLst>
      <p:ext uri="{BB962C8B-B14F-4D97-AF65-F5344CB8AC3E}">
        <p14:creationId xmlns:p14="http://schemas.microsoft.com/office/powerpoint/2010/main" val="14922161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0AD1BC-0FC0-41FA-B1CF-783C905A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D66279F6-5071-4199-9354-57DECE1B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운영·방송·참여 화면이 하나의 이벤트 상태를 공유한다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704AD-AAC0-4D74-980D-ECFFC3C2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563FC-2211-4011-BCFC-86593BD5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1733550"/>
            <a:ext cx="3352800" cy="36957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37F45-6564-4367-B20C-373D6048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OPERATE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5F05A-0DE3-4490-8C37-8746E6A7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운영자 화면 /admin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7DC22-1B2D-4525-A477-2B69BEA5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2819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참여 시작·마감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참여자 수·목록 확인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1명 무작위 추첨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초기화·재시연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1EE74-E40E-4BE0-A29C-DDFCB2FE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1733550"/>
            <a:ext cx="3352800" cy="36957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3C1C5-F1FB-4EA6-88AD-F37B3C86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812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LIVE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41CB1-549B-4EBA-AA63-A58CD02C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OBS Browser 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AC72D-569A-4CC0-BBDB-1DA04681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24200"/>
            <a:ext cx="2819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QR 노출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참여자 수 표시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추첨 애니메이션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당첨 닉네임 발표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6B77D-3080-4243-9C05-26C60B66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7200" y="1733550"/>
            <a:ext cx="3352800" cy="36957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0661A-6BA1-41E6-8A0B-F9BA654B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812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MOBILE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52B1FB-1B7A-4F47-8841-045A1592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0030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참여·수령 /join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049095-8002-4B32-99D6-EE38EEB9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24200"/>
            <a:ext cx="2819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닉네임·국가 입력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참여 완료 확인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당첨 결과 확인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선물 LINK 수령</a:t>
            </a:r>
          </a:p>
        </p:txBody>
      </p:sp>
    </p:spTree>
    <p:extLst>
      <p:ext uri="{BB962C8B-B14F-4D97-AF65-F5344CB8AC3E}">
        <p14:creationId xmlns:p14="http://schemas.microsoft.com/office/powerpoint/2010/main" val="6534836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8CFAAD-0C30-4B67-8885-147B2F19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7DEC9967-0DF7-4E99-B726-22BA471E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최소 네 개 API가 참여·추첨·수령을 연결한다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E1399-98B3-4A3D-9D87-E01B76D3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B9483-2C65-45C0-BBF9-45BD3698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6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6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TOKEN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DADB9-6F15-40A7-8485-E32E728D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4305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로그인 대신 참가자 토큰으로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당첨 여부와 수령 권한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E0A44-2AF2-47E9-B909-EE90D69D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6245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브라우저는 API 키를 보지 않고,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모든 주문은 서버에서 실행한다.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8F0F9-6A6A-4117-9A2F-ADEA84AD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9070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86208-50AD-4CA9-B055-C40514E9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66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4761B-01C0-45D5-BA74-AE6E3D89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431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A8F20-9A64-443E-AB5E-E78A24F1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28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Join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AF681-8B51-4591-8DB6-2054B1F8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90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참가 토큰 발급·국가 저장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CCF20-D3E1-49D4-98C3-D14AD45A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62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85C78-8390-443F-8527-05045C32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384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35080-7D23-4911-B729-C149F9E0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24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Status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CE9D12-2440-4CAE-9394-F1B386CA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861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2초 폴링·개인 결과 반환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A2CEC-84C5-45AB-A552-48652FFD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57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F0B8F-E07F-4260-9D4F-4E3438AC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338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1E3003-6D95-4D12-85E1-EDE95E9B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19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Admin 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1EE73D-74E9-4367-B206-BBE57A82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81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시작·마감·추첨·초기화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E715E3-BBDC-4446-A63A-58079073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52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32123B-0E16-4F5F-A7C8-295CDB8A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291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BDF91B-84C6-487C-864A-33E9D6C8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14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SodaGift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E8FAB-E698-4A5D-B384-B51CF525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768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LINK 주문·Claim 이동</a:t>
            </a:r>
          </a:p>
        </p:txBody>
      </p:sp>
    </p:spTree>
    <p:extLst>
      <p:ext uri="{BB962C8B-B14F-4D97-AF65-F5344CB8AC3E}">
        <p14:creationId xmlns:p14="http://schemas.microsoft.com/office/powerpoint/2010/main" val="13601129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781451-5D39-4174-848B-3F447637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59E623F8-A1A6-4F92-8555-EEA6D2E9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참가자는 QR을 찍고 같은 화면에서 결과까지 확인한다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5324D-5D1F-4D5E-B407-69A24B13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21662-5A2E-4852-B98D-3047CF5A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5A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5A67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8D4EF-DCA7-40AB-BB1D-BF440956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QR → /join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06B29-D0D0-47DA-8539-F490ED05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526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FF5A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FF5A67"/>
                </a:solidFill>
                <a:latin typeface="Apple SD Gothic Neo"/>
                <a:ea typeface="Apple SD Gothic Neo"/>
                <a:cs typeface="Apple SD Gothic Neo"/>
              </a:rPr>
              <a:t>→ 2초 상태 폴링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091AF-8B0D-43E0-8A9F-871F580C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A6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70D687-1587-4B88-8A88-203F38F7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모바일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E93CE-BB98-45D5-8969-978F2F20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3886200"/>
            <a:ext cx="11239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98FE3-0BCB-4A1E-A981-2CECBDB9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QR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스캔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7BA22-0FB7-4149-9856-93CCACB0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7195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948D7-713B-41D6-BC97-B4946241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3575" y="3886200"/>
            <a:ext cx="11239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A9FE3-81B8-4D7D-87E9-713266F2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95750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정보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FB01B-1367-494E-BCC7-95FCAAB7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17195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C1E27-C86D-4CBD-9BB0-0552374E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4700" y="3886200"/>
            <a:ext cx="11239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C8521-045D-4183-92A6-79754A60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참여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96C035-74DA-42CC-A92A-C35C4E22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7195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E6A1A9-EFAD-4D87-8139-E1C5DFCA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5825" y="3886200"/>
            <a:ext cx="11239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0272A-B019-490A-8A2C-C31E7E4B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95750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BB0173-5730-4875-BBEB-4EEAC98E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0350" y="1676400"/>
            <a:ext cx="4800600" cy="3486150"/>
          </a:xfrm>
          <a:prstGeom xmlns:a="http://schemas.openxmlformats.org/drawingml/2006/main" prst="roundRect">
            <a:avLst>
              <a:gd name="adj" fmla="val 2732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03DEC1-9555-4C07-9257-C40633E0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38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참가자 화면 상태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2A3BA4-B78E-44EC-9A18-D4E25F63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47950"/>
            <a:ext cx="40005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  닉네임·국가 입력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  참여 완료·대기 안내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  미당첨 결과 안내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  당첨 시 수령 버튼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CD007C-F929-4753-91C3-E4BA1703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67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참가 토큰은 휴대폰 브라우저에만 저장</a:t>
            </a:r>
          </a:p>
        </p:txBody>
      </p:sp>
    </p:spTree>
    <p:extLst>
      <p:ext uri="{BB962C8B-B14F-4D97-AF65-F5344CB8AC3E}">
        <p14:creationId xmlns:p14="http://schemas.microsoft.com/office/powerpoint/2010/main" val="13015542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153454-1DEC-4D4D-A144-B644EF2E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61DA6DC9-09E1-4103-80F2-368A8343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운영자는 /admin에서 참여부터 초기화까지 통제한다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C5F4A-9408-4F43-B852-CAFF6826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4F4A1-AD28-419F-9919-49E6013A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1676400"/>
            <a:ext cx="521970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0">
            <a:solidFill>
              <a:srgbClr val="FFF0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CB4FF-698A-40D1-8A2E-DF697721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5A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5A67"/>
                </a:solidFill>
                <a:latin typeface="Apple SD Gothic Neo"/>
                <a:ea typeface="Apple SD Gothic Neo"/>
                <a:cs typeface="Apple SD Gothic Neo"/>
              </a:rPr>
              <a:t>운영자 화면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62ECE-2EC3-4896-BDFF-425A6CE2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누가 참여했는지 한눈에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B43D2-B883-4270-9581-D0CF2A05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409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총 참가자 수와 최근 참가자의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닉네임·국가·참여 시각을 확인한다.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16C24-D71E-49A9-8FDD-266FB270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F5A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5A67"/>
                </a:solidFill>
                <a:latin typeface="Apple SD Gothic Neo"/>
                <a:ea typeface="Apple SD Gothic Neo"/>
                <a:cs typeface="Apple SD Gothic Neo"/>
              </a:rPr>
              <a:t>2초마다 자동 갱신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BF8F4-063F-421B-A82C-9E49365C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1676400"/>
            <a:ext cx="567690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C6840-8180-468B-9323-CD4C7AF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81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운영 순서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B525D-5A0B-4F05-B4C3-F985E594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버튼 네 개로 데모를 진행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F6A46-2CEB-4270-9398-F10D99E9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D6B1A-E98B-4530-83C2-F51FD7D8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6230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참여 시작 — QR을 활성화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BE1A7-540A-4F42-8D13-3EB71E64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88673-EC49-4C64-A734-6B6E213C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3855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참여 마감 — 신규 참가를 차단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44917-B31C-4C80-9410-E7C0ABF8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6E1002-137B-44B9-BD85-33FC8AB4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1480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추첨하기 — 1명을 선정·고정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64F90D-9CFF-4359-887B-FF978599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67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0F2B7B-8AC8-4E5C-8C36-5474B19D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9105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초기화 — 다음 시연 준비</a:t>
            </a:r>
          </a:p>
        </p:txBody>
      </p:sp>
    </p:spTree>
    <p:extLst>
      <p:ext uri="{BB962C8B-B14F-4D97-AF65-F5344CB8AC3E}">
        <p14:creationId xmlns:p14="http://schemas.microsoft.com/office/powerpoint/2010/main" val="18923573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4E308F-A22D-4CA9-909C-261A29C7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0FC443DD-B338-4BBE-8625-36E3C663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연결 실패를 전제로 데모 폴백을 준비한다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99583-F8C3-4EBE-A453-C1239172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F146D-A533-4ABF-A9A3-9EAC9649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1695450"/>
            <a:ext cx="1127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BAF41-6747-4E56-884F-78A62D69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리스크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4B587-B0E7-4563-8A88-3E711678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47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빠른 구현 방안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92A7F-7F7D-48BC-9BD3-247D219D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47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MVP 적용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E8AD8-B747-4664-9D31-8DDCAAD8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209800"/>
            <a:ext cx="11277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55C57-85D5-43F7-B551-4D7D66E8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OBS 서버 연결 실패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0264D-DED6-4E51-9484-B702AF24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127.0.0.1 + 서버 재실행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45E9E-709E-40F4-88E7-3CEF0DEF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캐시 새로고침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D0E91-DCEC-4FF6-BE2F-13925C6B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895600"/>
            <a:ext cx="11277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A56A5-86BD-422D-9CDA-35765C50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휴대폰 QR 접속 실패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6B064-251E-40A4-A5B7-BC83788A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861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같은 Wi-Fi IP 또는 Tunnel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7538B-0566-4A4D-9226-1A5DF3C6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86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공개 /join 주소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CD8F0-A03F-44A0-BCE5-2C5BB5F0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3581400"/>
            <a:ext cx="11277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A0390-B461-4C07-A32D-0135F88B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SodaGift API 실패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7F589-BB39-45D4-A625-F82F6031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오류 기록 후 Demo Mode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EF65F9-02F5-4EA2-971A-0B1E57C6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가상 Claim 화면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67A7EB-ABCA-4A21-BE47-B18804F8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267200"/>
            <a:ext cx="11277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BCA309-BB4C-4C8F-B2D6-7A543C6D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중복 추첨·주문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1023A-D2D4-4504-BA15-B721A638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577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당첨자·주문 ID 1회 고정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17DC27-C128-4D0B-A07A-7C46F14A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재요청 시 기존 결과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F70AB5-9B50-4FE4-A1C8-66B37E3C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953000"/>
            <a:ext cx="11277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F98DF4-0127-4399-8211-DAA4A9F6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서버 재시작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F5604F-3F81-409C-A638-BE831D4B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43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메모리 상태 초기화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542922-440C-4440-B4BB-74FE15FC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43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초기화 후 재시연</a:t>
            </a:r>
          </a:p>
        </p:txBody>
      </p:sp>
    </p:spTree>
    <p:extLst>
      <p:ext uri="{BB962C8B-B14F-4D97-AF65-F5344CB8AC3E}">
        <p14:creationId xmlns:p14="http://schemas.microsoft.com/office/powerpoint/2010/main" val="18948148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F615A8-EAB6-4FDE-8DD0-9558B54B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24CB5A32-4795-49FA-A4B7-38DD172B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오버레이는 완료했고, 다음은 실제 참여·추첨 연결이다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B8FE8-EB6F-40FE-9F30-F0C591AB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BCEAF-FF93-46AE-B409-D1DC9C67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DONE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4355A-7F3F-4C97-8766-FEABAC17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0CFB8-CDCA-4DBF-B289-5C219686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440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Next.js·TypeScript 프로젝트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7A070-39DB-46A3-83A7-A62124B0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5E4D2-A12E-4344-8D91-A91522FC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40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OBS 오버레이 자동 데모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5A653-1373-49C9-9513-5C027A5D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09078-3E9B-4665-8C42-A667DE48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440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QR 생성·모바일 참여 화면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392E0-8605-4647-A0D1-4B584DD8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22013-BF92-41B3-98B7-FD496166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40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빌드 검증·GitHub 업로드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40EC24-B820-436F-9256-BB8DF104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29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DB12A-BEF5-49F0-A358-8F1B17D2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40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localhost 개발 서버 실행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358FE1-BA90-41E0-89B1-FFAB1C49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C45519-3AD7-479D-B656-B3A46C38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NEXT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9152B-70F4-48A0-8E92-67FFAC61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19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A40808-5738-4C30-8269-7AC257B9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43150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Join·Status API와 메모리 상태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A3A958-88D5-4810-9760-F5DFFFBE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71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C17961-F2C6-4A2C-8B11-1D30E1A3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95600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운영자 /admin 화면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42C06D-669B-4488-916E-7660514B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52A182-6C43-4716-BA77-C0498933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48050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실제 참여자와 오버레이 연동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9C1553-8B42-4AC6-83FC-64D09BBB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4FB4A4-4454-4656-B90E-6F9C08DF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00500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Cloudflare Tunnel 공개 주소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D01789-2B99-41CC-BA8E-D341C92C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29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D896A3-8B7D-4129-8029-87959065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52950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SodaGift 샌드박스·Claim 검증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B92413-BFAF-45E3-802D-E90A0A1D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완료 정의: 휴대폰 3대 참여 → 1명 추첨 → 당첨자만 LINK 수령.</a:t>
            </a:r>
          </a:p>
        </p:txBody>
      </p:sp>
    </p:spTree>
    <p:extLst>
      <p:ext uri="{BB962C8B-B14F-4D97-AF65-F5344CB8AC3E}">
        <p14:creationId xmlns:p14="http://schemas.microsoft.com/office/powerpoint/2010/main" val="10217173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F12E4B-B87B-4423-8D70-6434C1C6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FC4E55D1-3D1D-4650-B719-114E32DE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한 개의 Next.js 서버가 세 화면과 SodaGift를 연결한다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E406C-2E8C-47A6-98DD-E1AD575C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84CCC-6B5C-410D-B007-F5C987C2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479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E394E-B93B-4455-AA15-C9A0CF60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479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BB36C-70E5-4107-B62D-7D5E29D1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479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3BBAC-DB98-4F52-A074-4C555E16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49D53-5645-49F7-85B5-67B69716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1490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BD136-11AB-4044-A5FD-3EE3DF3B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2133600"/>
            <a:ext cx="20383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E50B2-D3E8-4808-A7F8-62C35420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Mobile /join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8F2A8-B21B-41DB-95D3-9E470105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닉네임·국가·토큰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BFEAE-ED03-4DEE-8F4F-D44F9988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1850" y="2133600"/>
            <a:ext cx="20383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59306-51FD-4750-BE10-88E493AC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Admin /admin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E4219C-EE9E-45DC-B918-6882378E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241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시작·마감·추첨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B42014-3637-42FB-BBB2-87765375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133600"/>
            <a:ext cx="20383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E558D-0544-4093-8ED4-127A965F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OBS /overlay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C57C8-F76C-483E-B38F-7DF1CC42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QR·인원·당첨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F55440-29E0-496C-8784-50D4F7DF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0650" y="2133600"/>
            <a:ext cx="20383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7D9DAD-BFB1-4E8B-8CC9-FB6AF661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431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Claim /api/claim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ABBAF9-8E48-4F18-8874-20870125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241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당첨 토큰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A32067-C855-43B3-9B45-4AAC59A8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4000500"/>
            <a:ext cx="2971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D5AD21-8203-4BAE-9F63-81D73F81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100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Next.js StreamDrop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4A85EE-5FAC-405D-A038-9F3B47D6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720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메모리 상태 · 2초 폴링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BE5EF6-0F25-4C9C-A72F-EB85DDC0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4457700"/>
            <a:ext cx="3048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9C20F0-B637-44A0-B7F3-29532C9C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672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SodaGift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4DFA4C-19BE-4FBE-AC78-8C568F5E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292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products · orders · LINK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94D074-798A-4EA2-BAC3-CB695FB7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46735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SodaGift API 키와 운영자 PIN은 서버 환경변수에만 저장</a:t>
            </a:r>
          </a:p>
        </p:txBody>
      </p:sp>
    </p:spTree>
    <p:extLst>
      <p:ext uri="{BB962C8B-B14F-4D97-AF65-F5344CB8AC3E}">
        <p14:creationId xmlns:p14="http://schemas.microsoft.com/office/powerpoint/2010/main" val="907972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ED1984-85B1-4406-8E77-A9BB871B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798B727D-B282-4EF2-9289-AB700AAF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네 작업 흐름을 병렬로 돌리고 통합 지점을 짧게 잡는다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44FE7-CAA7-4170-A07C-ED07990F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FE716-602F-4E37-AD5A-AFAECC7C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4C119-411D-4011-892A-4F248BBD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공통 계약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52150-E419-4264-88FB-FCF14065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232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상태·API 응답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데모 데이터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완료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4AC40-CCB3-4F79-B42B-85115FA4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52F75-57AE-4ED4-B11E-BD068803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9550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방송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955E1-21A2-4089-809F-FE7121FB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47950"/>
            <a:ext cx="232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OBS 오버레이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QR·애니메이션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Twitch 송출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EEAAB-8917-48E6-9FEE-EB5F0C54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3916C-44B8-4AE1-94CC-781CAD68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참여·운영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8B86E-73CC-41C2-854C-447B6568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232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모바일 /join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운영자 /admin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상태 폴링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6F60F5-F5E5-433B-A458-1E7D6958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E4E49-BF87-4E0D-9A31-BAA6F9AF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9550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지급·검증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13D0D-C091-4AC2-A045-3F84CFBB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32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SodaGift 어댑터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Demo Mode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E2E·리허설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B64A71-FE50-4C5F-A82B-D3FE8593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951ADD-F9A8-4D66-AA06-B21F6237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D9CDE1-E11C-454D-BE17-5A107D2F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09–10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724B58-43AE-4A3C-A059-679921CC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계약·프로젝트 골격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48643F-10F1-4E60-8C1C-26A5FB0A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105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BF891B-DE31-47EF-B66A-727AABB3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958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10–13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229115-B559-4833-8FD7-88C6C10C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8958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화면·API 병렬 구현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AE6F43-A0C1-4492-B741-F2B0BCDB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05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809502-EDBB-44D2-A4FE-6991F0C6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958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13–15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302E66-B092-4207-83B5-A9BDAC9E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958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상태·화면 통합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C96EF6-2480-44EB-92A7-F0557607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05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EB61E3-75E7-4F67-AB1F-FE59215D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958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15–17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5BE38A-24B5-4E2C-917B-838D56D4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958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Tunnel·SodaGift·QA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20926F-8927-45F7-B201-672A4F3E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05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9680F6-AE33-482F-AF3A-14FE5296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958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17–18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EF8A0F-732B-480E-8004-FF55A482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958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실제 채널 리허설</a:t>
            </a:r>
          </a:p>
        </p:txBody>
      </p:sp>
    </p:spTree>
    <p:extLst>
      <p:ext uri="{BB962C8B-B14F-4D97-AF65-F5344CB8AC3E}">
        <p14:creationId xmlns:p14="http://schemas.microsoft.com/office/powerpoint/2010/main" val="19861423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5852E2-756D-44C5-B2D1-38E242A3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2E771DDC-5D8A-4698-816A-6925E8CD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반복되는 Twitch 이벤트가 SodaGift 주문과 매출이 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D5CC4-9866-4962-B4B6-3818C58E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9A56A-C083-4E93-924E-1B707C49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2000250"/>
            <a:ext cx="22669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9ABD1-3F45-4960-B18E-1A6A0F89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크리에이터·브랜드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E6087-EEF1-4E80-81EA-D907080D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캠페인 예산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D9816-7867-4F4E-BDF8-0A7C94F8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193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7487E-4C29-4C4E-8BD7-0FE986E6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2800" y="2000250"/>
            <a:ext cx="22669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D5281-D1C0-4BFA-98EE-6D940BFF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6695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Twitch Live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1EC9C-408A-4DF9-8B2A-5A249A38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QR 참여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12E11-8689-449C-A138-F9FE1B5F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193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C36965-B2AD-4E75-B1FD-6B1358D2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000250"/>
            <a:ext cx="22669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2F9BE-C519-41F1-A72B-D81F9FE6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15DD6A-1459-423B-9895-C2A0C022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참여·추첨·Claim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31F0AE-5020-432D-B2EB-A0A538DE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193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1FBF9-09D7-4EC0-B3CF-D043D88B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7800" y="2000250"/>
            <a:ext cx="22669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0836E9-E168-4192-8926-A25363D4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6695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SodaGift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A60E62-D4CB-4002-91B7-B8BA7C33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241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국가별 선물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1BEF1C-40AE-4DF7-B8FE-CB00327B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48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수익 구조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FBB04B-28F0-4AFD-8A9D-D425C14E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캠페인 이용료 + 경품 주문액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0F49F6-279C-49DC-A546-893406AC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게임 출시 · K-pop 라이브 · 스폰서십 · 팬 감사 이벤트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86B842-3E23-4384-9738-C301F150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6715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DC584-6E95-41BE-8D30-2B62DCFC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48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핵심 지표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74EE57-CA26-46AD-9719-6D76728B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481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이벤트당 경품 주문액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수령 성공률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반복 캠페인 비율</a:t>
            </a:r>
          </a:p>
        </p:txBody>
      </p:sp>
    </p:spTree>
    <p:extLst>
      <p:ext uri="{BB962C8B-B14F-4D97-AF65-F5344CB8AC3E}">
        <p14:creationId xmlns:p14="http://schemas.microsoft.com/office/powerpoint/2010/main" val="19145036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A3702-63BE-47E6-BF32-898DF300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0425055D-11B1-4B87-8471-D48F2450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데모는 QR 노출에서 당첨자의 Claim까지 3분 안에 끝난다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38977-11E4-4E80-88C0-005846B2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746E8-F187-418B-8771-92762AFF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1676400"/>
            <a:ext cx="112776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4B4E0-3281-487B-86B2-B51AA424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“방송 화면의 QR이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 세계 팬의 선물로 이어진다.”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D0404-8FB8-44E4-99B8-58331D82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5725D-8B93-4F0A-87DE-EC000B40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운영자가 참여 시작
OBS에 QR 노출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6A8A56-F282-4068-AC6A-8F7E62E1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188E0-1054-4BFC-BB41-055FC7B5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053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휴대폰 3대 이상
닉네임·국가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2758C-11EA-441A-B06C-14E4EC83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F0E4F-FEC4-48FB-8523-86E2F55E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053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운영자가 추첨
OBS에 당첨자 발표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36E79-6EF6-4EEB-B6A7-B3159F25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75BB7-E843-4808-8066-79110667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053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당첨자만 버튼으로
SodaGift LINK 수령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D0C1CB-4B82-419C-8918-32D48A1B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959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성공 기준: 전체 흐름을 초기화 후 한 번 더 재현한다.</a:t>
            </a:r>
          </a:p>
        </p:txBody>
      </p:sp>
    </p:spTree>
    <p:extLst>
      <p:ext uri="{BB962C8B-B14F-4D97-AF65-F5344CB8AC3E}">
        <p14:creationId xmlns:p14="http://schemas.microsoft.com/office/powerpoint/2010/main" val="9004982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2026-08-29T23:52:39.7290000Z</dcterms:created>
  <dcterms:modified xsi:type="dcterms:W3CDTF">2026-08-29T23:52:39.7290000Z</dcterms:modified>
</coreProperties>
</file>