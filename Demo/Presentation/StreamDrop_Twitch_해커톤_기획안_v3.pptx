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36c40014344651" /><Relationship Type="http://schemas.openxmlformats.org/officeDocument/2006/relationships/extended-properties" Target="/docProps/app.xml" Id="Rf769aa37573241d0" /><Relationship Type="http://schemas.openxmlformats.org/officeDocument/2006/relationships/officeDocument" Target="/ppt/presentation.xml" Id="R0f1c8862060149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e3fc8ad09e4b98"/>
  </p:sldMasterIdLst>
  <p:notesMasterIdLst>
    <p:notesMasterId xmlns:r="http://schemas.openxmlformats.org/officeDocument/2006/relationships" r:id="R4932711d53ef421f"/>
  </p:notesMasterIdLst>
  <p:sldIdLst>
    <p:sldId xmlns:r="http://schemas.openxmlformats.org/officeDocument/2006/relationships" id="256" r:id="R17f7f28baaf84ca7"/>
    <p:sldId xmlns:r="http://schemas.openxmlformats.org/officeDocument/2006/relationships" id="257" r:id="R735ab6021bd449a1"/>
    <p:sldId xmlns:r="http://schemas.openxmlformats.org/officeDocument/2006/relationships" id="258" r:id="Rb4f964d489ca4d7f"/>
    <p:sldId xmlns:r="http://schemas.openxmlformats.org/officeDocument/2006/relationships" id="259" r:id="Raa827c8bef014eed"/>
    <p:sldId xmlns:r="http://schemas.openxmlformats.org/officeDocument/2006/relationships" id="260" r:id="R951ca8c73fad4ed3"/>
    <p:sldId xmlns:r="http://schemas.openxmlformats.org/officeDocument/2006/relationships" id="261" r:id="R4b5fefda04074888"/>
    <p:sldId xmlns:r="http://schemas.openxmlformats.org/officeDocument/2006/relationships" id="262" r:id="R7bcc287b289d4296"/>
    <p:sldId xmlns:r="http://schemas.openxmlformats.org/officeDocument/2006/relationships" id="263" r:id="R8fb2a6adf97b43f4"/>
    <p:sldId xmlns:r="http://schemas.openxmlformats.org/officeDocument/2006/relationships" id="264" r:id="R76bf1b2244424885"/>
    <p:sldId xmlns:r="http://schemas.openxmlformats.org/officeDocument/2006/relationships" id="265" r:id="R1693e166711a49f6"/>
    <p:sldId xmlns:r="http://schemas.openxmlformats.org/officeDocument/2006/relationships" id="266" r:id="R6506f449364b4ce1"/>
    <p:sldId xmlns:r="http://schemas.openxmlformats.org/officeDocument/2006/relationships" id="267" r:id="Rba1a2c67e13041b5"/>
    <p:sldId xmlns:r="http://schemas.openxmlformats.org/officeDocument/2006/relationships" id="268" r:id="R902543c585a243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2fbf07d24a450f" /><Relationship Type="http://schemas.openxmlformats.org/officeDocument/2006/relationships/slideMaster" Target="/ppt/slideMasters/slideMaster1.xml" Id="R38e3fc8ad09e4b98" /><Relationship Type="http://schemas.openxmlformats.org/officeDocument/2006/relationships/notesMaster" Target="/ppt/notesMasters/notesMaster1.xml" Id="R4932711d53ef421f" /><Relationship Type="http://schemas.openxmlformats.org/officeDocument/2006/relationships/presProps" Target="/ppt/presProps.xml" Id="R2d0c13ba364d4837" /><Relationship Type="http://schemas.openxmlformats.org/officeDocument/2006/relationships/tableStyles" Target="/ppt/tableStyles.xml" Id="Rb020535945d54966" /><Relationship Type="http://schemas.openxmlformats.org/officeDocument/2006/relationships/slide" Target="/ppt/slides/slide1.xml" Id="R17f7f28baaf84ca7" /><Relationship Type="http://schemas.openxmlformats.org/officeDocument/2006/relationships/slide" Target="/ppt/slides/slide2.xml" Id="R735ab6021bd449a1" /><Relationship Type="http://schemas.openxmlformats.org/officeDocument/2006/relationships/slide" Target="/ppt/slides/slide3.xml" Id="Rb4f964d489ca4d7f" /><Relationship Type="http://schemas.openxmlformats.org/officeDocument/2006/relationships/slide" Target="/ppt/slides/slide4.xml" Id="Raa827c8bef014eed" /><Relationship Type="http://schemas.openxmlformats.org/officeDocument/2006/relationships/slide" Target="/ppt/slides/slide5.xml" Id="R951ca8c73fad4ed3" /><Relationship Type="http://schemas.openxmlformats.org/officeDocument/2006/relationships/slide" Target="/ppt/slides/slide6.xml" Id="R4b5fefda04074888" /><Relationship Type="http://schemas.openxmlformats.org/officeDocument/2006/relationships/slide" Target="/ppt/slides/slide7.xml" Id="R7bcc287b289d4296" /><Relationship Type="http://schemas.openxmlformats.org/officeDocument/2006/relationships/slide" Target="/ppt/slides/slide8.xml" Id="R8fb2a6adf97b43f4" /><Relationship Type="http://schemas.openxmlformats.org/officeDocument/2006/relationships/slide" Target="/ppt/slides/slide9.xml" Id="R76bf1b2244424885" /><Relationship Type="http://schemas.openxmlformats.org/officeDocument/2006/relationships/slide" Target="/ppt/slides/slide10.xml" Id="R1693e166711a49f6" /><Relationship Type="http://schemas.openxmlformats.org/officeDocument/2006/relationships/slide" Target="/ppt/slides/slide11.xml" Id="R6506f449364b4ce1" /><Relationship Type="http://schemas.openxmlformats.org/officeDocument/2006/relationships/slide" Target="/ppt/slides/slide12.xml" Id="Rba1a2c67e13041b5" /><Relationship Type="http://schemas.openxmlformats.org/officeDocument/2006/relationships/slide" Target="/ppt/slides/slide13.xml" Id="R902543c585a243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72dfffed44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3d8814275248c2" /><Relationship Type="http://schemas.openxmlformats.org/officeDocument/2006/relationships/notesMaster" Target="/ppt/notesMasters/notesMaster1.xml" Id="R375da87d2eb34e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c9dc0d1994cce" /><Relationship Type="http://schemas.openxmlformats.org/officeDocument/2006/relationships/notesMaster" Target="/ppt/notesMasters/notesMaster1.xml" Id="R6835b655415e4f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cde5ec325c4ad9" /><Relationship Type="http://schemas.openxmlformats.org/officeDocument/2006/relationships/notesMaster" Target="/ppt/notesMasters/notesMaster1.xml" Id="R0df59c02234b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346bc382204d61" /><Relationship Type="http://schemas.openxmlformats.org/officeDocument/2006/relationships/notesMaster" Target="/ppt/notesMasters/notesMaster1.xml" Id="Rdc325df061d542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8004faf90f4a34" /><Relationship Type="http://schemas.openxmlformats.org/officeDocument/2006/relationships/notesMaster" Target="/ppt/notesMasters/notesMaster1.xml" Id="R14ea7202a59c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c3710d77d148fa" /><Relationship Type="http://schemas.openxmlformats.org/officeDocument/2006/relationships/notesMaster" Target="/ppt/notesMasters/notesMaster1.xml" Id="R7de42b246b644a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1d2f71c9ef4d18" /><Relationship Type="http://schemas.openxmlformats.org/officeDocument/2006/relationships/notesMaster" Target="/ppt/notesMasters/notesMaster1.xml" Id="R6af2fc8828fc47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2b648df0ff4b0f" /><Relationship Type="http://schemas.openxmlformats.org/officeDocument/2006/relationships/notesMaster" Target="/ppt/notesMasters/notesMaster1.xml" Id="R15838c0984d74b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a5d0733aaf4c23" /><Relationship Type="http://schemas.openxmlformats.org/officeDocument/2006/relationships/notesMaster" Target="/ppt/notesMasters/notesMaster1.xml" Id="R232c69a166c742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a0525cf3534757" /><Relationship Type="http://schemas.openxmlformats.org/officeDocument/2006/relationships/notesMaster" Target="/ppt/notesMasters/notesMaster1.xml" Id="Rb099a09a1cff46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ae980749af4777" /><Relationship Type="http://schemas.openxmlformats.org/officeDocument/2006/relationships/notesMaster" Target="/ppt/notesMasters/notesMaster1.xml" Id="Reeca2978be6d4b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cce8d1be96461d" /><Relationship Type="http://schemas.openxmlformats.org/officeDocument/2006/relationships/notesMaster" Target="/ppt/notesMasters/notesMaster1.xml" Id="Re6d25e32d9124b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09afa081d04e88" /><Relationship Type="http://schemas.openxmlformats.org/officeDocument/2006/relationships/notesMaster" Target="/ppt/notesMasters/notesMaster1.xml" Id="R8c6f366adcdb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https://github.com/Changjae-LE/socal-k-group-hackathon/tree/feature/TEAM5-sodagift-LINK-test</a:t>
            </a:r>
          </a:p>
          <a:p xmlns:a="http://schemas.openxmlformats.org/drawingml/2006/main">
            <a:r>
              <a:t>- SodaGift overview: https://sodagift.com/ko/about-us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descriptions supplied by Team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Selection criteria and decision process supplied by Team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SodaGift API introduction: https://kr-bizsodagift-docs.readme.io/docs/introduction</a:t>
            </a:r>
          </a:p>
          <a:p xmlns:a="http://schemas.openxmlformats.org/drawingml/2006/main">
            <a:r>
              <a:t>- SodaGift company overview: https://sodagift.com/ko/about-us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implementation: https://github.com/Changjae-LE/socal-k-group-hackathon/tree/feature/TEAM5-sodagift-LINK-test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implementation: https://github.com/Changjae-LE/socal-k-group-hackathon/tree/feature/TEAM5-sodagift-LINK-test</a:t>
            </a:r>
          </a:p>
          <a:p xmlns:a="http://schemas.openxmlformats.org/drawingml/2006/main">
            <a:r>
              <a:t>- SodaGift order lifecycle: https://kr-bizsodagift-docs.readme.io/docs/order-lifecycle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implementation: https://github.com/Changjae-LE/socal-k-group-hackathon/tree/feature/TEAM5-sodagift-LINK-test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SodaGift order lifecycle: https://kr-bizsodagift-docs.readme.io/docs/order-lifecycle</a:t>
            </a:r>
          </a:p>
          <a:p xmlns:a="http://schemas.openxmlformats.org/drawingml/2006/main">
            <a:r>
              <a:t>- Twitch Whisper API: https://dev.twitch.tv/docs/chat/whispers/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implementation and demo flow: https://github.com/Changjae-LE/socal-k-group-hackathon/tree/feature/TEAM5-sodagift-LINK-test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Twitch Whisper API silent-drop behavior: https://dev.twitch.tv/docs/chat/whispers/</a:t>
            </a:r>
          </a:p>
          <a:p xmlns:a="http://schemas.openxmlformats.org/drawingml/2006/main">
            <a:r>
              <a:t>- Twitch Whisper privacy settings: https://help.twitch.tv/s/article/how-to-use-whispers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gift recommendation branch: https://github.com/Changjae-LE/socal-k-group-hackathon/tree/feat/ai-gift-recommendation</a:t>
            </a:r>
          </a:p>
          <a:p xmlns:a="http://schemas.openxmlformats.org/drawingml/2006/main">
            <a:r>
              <a:t>- Product AI implementation: raffle-app/app/services/recommend.py at commit e040c6a</a:t>
            </a:r>
          </a:p>
          <a:p xmlns:a="http://schemas.openxmlformats.org/drawingml/2006/main">
            <a:r>
              <a:t>- Development assistant: OpenAI Codex, GPT-5 family.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SodaGift company overview: https://sodagift.com/ko/about-us</a:t>
            </a:r>
          </a:p>
          <a:p xmlns:a="http://schemas.openxmlformats.org/drawingml/2006/main">
            <a:r>
              <a:t>- Use cases and revenue model are Team 5 product hypotheses for the 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summary based on Team 5 product concept and implemented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c8f02cf714e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a3e9ccf9304b33" /><Relationship Type="http://schemas.openxmlformats.org/officeDocument/2006/relationships/slideLayout" Target="/ppt/slideLayouts/slideLayout1.xml" Id="Re51bcaf92a5648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bcaf92a5648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922a956bf4cae" /><Relationship Type="http://schemas.openxmlformats.org/officeDocument/2006/relationships/notesSlide" Target="/ppt/notesSlides/notesSlide1.xml" Id="Rdad2a99608084f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293141c784145" /><Relationship Type="http://schemas.openxmlformats.org/officeDocument/2006/relationships/notesSlide" Target="/ppt/notesSlides/notesSlide2.xml" Id="Raa394a8140f14a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de4cc8898404b" /><Relationship Type="http://schemas.openxmlformats.org/officeDocument/2006/relationships/notesSlide" Target="/ppt/notesSlides/notesSlide3.xml" Id="R0e962af0b57a49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9507943924950" /><Relationship Type="http://schemas.openxmlformats.org/officeDocument/2006/relationships/notesSlide" Target="/ppt/notesSlides/notesSlide4.xml" Id="R4bb8da4b8a4746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3e985ad8e4be6" /><Relationship Type="http://schemas.openxmlformats.org/officeDocument/2006/relationships/notesSlide" Target="/ppt/notesSlides/notesSlide5.xml" Id="Rdc60decc965f4f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b1ad2a7e24d77" /><Relationship Type="http://schemas.openxmlformats.org/officeDocument/2006/relationships/notesSlide" Target="/ppt/notesSlides/notesSlide6.xml" Id="R8b005c277bc941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6d6dadf354a7f" /><Relationship Type="http://schemas.openxmlformats.org/officeDocument/2006/relationships/notesSlide" Target="/ppt/notesSlides/notesSlide7.xml" Id="R0a3363e67f4146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f16ffb9da408e" /><Relationship Type="http://schemas.openxmlformats.org/officeDocument/2006/relationships/notesSlide" Target="/ppt/notesSlides/notesSlide8.xml" Id="R56082027638549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82de01d70489f" /><Relationship Type="http://schemas.openxmlformats.org/officeDocument/2006/relationships/notesSlide" Target="/ppt/notesSlides/notesSlide9.xml" Id="Rc177b82d918e4d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eba45ccd24fd9" /><Relationship Type="http://schemas.openxmlformats.org/officeDocument/2006/relationships/notesSlide" Target="/ppt/notesSlides/notesSlide10.xml" Id="R047a03eb70d147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1768e707347c7" /><Relationship Type="http://schemas.openxmlformats.org/officeDocument/2006/relationships/notesSlide" Target="/ppt/notesSlides/notesSlide11.xml" Id="R19d08005782548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9590b2a834c4e" /><Relationship Type="http://schemas.openxmlformats.org/officeDocument/2006/relationships/notesSlide" Target="/ppt/notesSlides/notesSlide12.xml" Id="Rb669670b30374e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faf21418d4c34" /><Relationship Type="http://schemas.openxmlformats.org/officeDocument/2006/relationships/notesSlide" Target="/ppt/notesSlides/notesSlide13.xml" Id="Rf7898aa231ea48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7B61B-AEF3-4E37-A16A-01CF1D86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31F40-28CD-48B6-8873-1062E8B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954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DCB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FF9AD-541D-4272-8EE5-176504A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1432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0BBAF-E0DD-4721-9C61-0378F8A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AE30F-34ED-45BD-90C5-3ED79D2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BDA7-EF12-4E84-9735-D5BCA15A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04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FBE6D-B798-4E35-9D55-406C129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292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4D87F-492E-4C72-BDAE-1A44A91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E321B-325A-4818-B672-40B28DA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600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당첨의 순간을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전 세계 팬의 선물로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8C542-D17F-448B-B0E4-8FD8D0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× OBS × Firebase × FastAPI × SodaGift 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7FBD-B1D3-4F1B-917A-03827577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Global Live Reward · Team 5 · v3</a:t>
            </a:r>
          </a:p>
        </p:txBody>
      </p:sp>
    </p:spTree>
    <p:extLst>
      <p:ext uri="{BB962C8B-B14F-4D97-AF65-F5344CB8AC3E}">
        <p14:creationId xmlns:p14="http://schemas.microsoft.com/office/powerpoint/2010/main" val="1377619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CC859-C8F4-4B31-86C9-1A75F486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965594B-6A83-4B5C-8520-46B4A76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TEAM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040D8-B864-4490-91CF-44D5C946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24068-9352-43E4-A519-26E068D6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4A12F-998F-4527-95CF-4FA3CA9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Dexter Kim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6981-B336-4512-AA5D-AB83B966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9A6BD-EDE6-47CA-BEC5-A70A2209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73F20-D745-4783-8DD6-66F5C42A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0B238-8974-4683-9984-7C0B377F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2182D-B5E5-4483-B27E-06E9A3D1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Christian Lee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8A3CC-32F7-4F0D-9EBB-A73A220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71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11603-D4A8-4394-A3A9-C5956165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D1EC-8048-4FEA-82F6-46017614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이창재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C4C07-0CB4-4D3C-8956-23139D75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99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6A498-DDDE-4B20-81EC-28784CD6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7DB6D-AFC9-46F7-BD51-212574A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최재원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52A9E-817D-412B-B6E5-FC8589E5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48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30075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A617B-8374-463B-9153-1A733CEC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A4185D2-F539-42DB-9306-9891D28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여러 아이디어를 다섯 가지 기준으로 빠르게 점수화했다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1E1CF-1A34-4E92-AB5D-6A81863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05CF4-9741-4791-A410-B59FD557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E70EE-4C17-4F58-92F4-3321C04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61ADC-5A5A-4005-B784-1F81BA83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41010-C274-4268-BDA7-AF3E6E25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문제 크기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8A61A-8AEF-40E6-B483-FA6236B7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글로벌 팬 지급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8ABBE-9F35-4700-9D8E-CE543DD1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1AE66-9BC7-4774-8BF0-73A4EC19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6C054-1A8B-47B7-BD95-85CACCE1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하루 구현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CD1A7-A19F-44BB-A427-4E25E642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데모 완성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6218B-75D7-4FF5-B520-9F25E8A5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7C5AD-9DBC-4E4D-B871-EF6CE585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DCF60-03D8-491A-88A5-F51C60FE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API 적합성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681F7-170B-4EF0-BEC3-2B8D1341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SodaGift LINK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C5836-63AA-46D4-AC2A-3310E82E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2ABC3-0EC1-482C-AFA2-4D224354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2F779-031D-43EC-94E0-A1A2EAA0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관심도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6CC18-E9EA-4B81-B2CD-DB1FA2D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현장 참여성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D7480-C3BD-4C11-9AE1-BA7547D7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33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AF63F-C3DC-4C7D-9BFE-D6090655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C7D8F-7D04-48F7-9FE4-699CC30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수익 확장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0E342-32A1-4404-9B6C-AABBE63D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385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반복 주문 가능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3DE43-40E0-4D0D-A2F7-39803A7D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문제·구현·API·관심도·수익성을 비교해 StreamDrop을 선택했다.</a:t>
            </a:r>
          </a:p>
        </p:txBody>
      </p:sp>
    </p:spTree>
    <p:extLst>
      <p:ext uri="{BB962C8B-B14F-4D97-AF65-F5344CB8AC3E}">
        <p14:creationId xmlns:p14="http://schemas.microsoft.com/office/powerpoint/2010/main" val="1492216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AD1BC-0FC0-41FA-B1CF-783C905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66279F6-5071-4199-9354-57DECE1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StreamDrop은 글로벌·실시간·SodaGift다운 문제를 해결한다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704AD-AAC0-4D74-980D-ECFFC3C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563FC-2211-4011-BCFC-86593BD5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37F45-6564-4367-B20C-373D6048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GLOBAL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5F05A-0DE3-4490-8C37-8746E6A7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국가 장벽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7DC22-1B2D-4525-A477-2B69BEA5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전 세계 팬은 한 방송에 모이지만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상품·통화·사용 조건은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국가마다 다르다.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1EE74-E40E-4BE0-A29C-DDFCB2FE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3C1C5-F1FB-4EA6-88AD-F37B3C8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41CB1-549B-4EBA-AA63-A58CD02C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당첨 즉시성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AC72D-569A-4CC0-BBDB-1DA04681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라이브의 흥분이 식기 전에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당첨자가 바로 선물을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확인해야 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B77D-3080-4243-9C05-26C60B6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0661A-6BA1-41E6-8A0B-F9BA654B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SODAGIFT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2B1FB-1B7A-4F47-8841-045A1592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LINK 전달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49095-8002-4B32-99D6-EE38EEB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배송·주소 수집 없이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국가에 맞는 SodaGift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수령 경험으로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653483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CFAAD-0C30-4B67-8885-147B2F19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DEC9967-0DF7-4E99-B726-22BA471E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세 화면과 지급 브리지가 데모의 핵심 기능을 완성한다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E1399-98B3-4A3D-9D87-E01B76D3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B9483-2C65-45C0-BBF9-45BD3698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4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DADB9-6F15-40A7-8485-E32E728D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4305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참여·방송·운영·지급을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하나의 실시간 이벤트로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E0A44-2AF2-47E9-B909-EE90D69D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당첨자 승인 전에는 주문하지 않고,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수령 URL은 공개 화면에 노출하지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8F0F9-6A6A-4117-9A2F-ADEA84A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907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86208-50AD-4CA9-B055-C40514E9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4761B-01C0-45D5-BA74-AE6E3D89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A8F20-9A64-443E-AB5E-E78A24F1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28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AF681-8B51-4591-8DB6-2054B1F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로그인 · 국가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CCF20-D3E1-49D4-98C3-D14AD45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85C78-8390-443F-8527-05045C32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38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35080-7D23-4911-B729-C149F9E0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OVERLAY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E9D12-2440-4CAE-9394-F1B386CA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QR · 참여 인원 · 당첨 발표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A2CEC-84C5-45AB-A552-48652FF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57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F0B8F-E07F-4260-9D4F-4E3438A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33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E3003-6D95-4D12-85E1-EDE95E9B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EE73D-74E9-4367-B206-BBE57A82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81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이벤트 시작 · 추첨 · 상태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715E3-BBDC-4446-A63A-58079073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2123B-0E16-4F5F-A7C8-295CDB8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DF91B-84C6-487C-864A-33E9D6C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14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GIFT BRIDGE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E8FAB-E698-4A5D-B384-B51CF52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SodaGift LINK 발급 · 전달</a:t>
            </a:r>
          </a:p>
        </p:txBody>
      </p:sp>
    </p:spTree>
    <p:extLst>
      <p:ext uri="{BB962C8B-B14F-4D97-AF65-F5344CB8AC3E}">
        <p14:creationId xmlns:p14="http://schemas.microsoft.com/office/powerpoint/2010/main" val="1360112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12E4B-B87B-4423-8D70-6434C1C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FC4E55D1-3D1D-4650-B719-114E32D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Firebase와 로컬 브리지가 역할을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E406C-2E8C-47A6-98DD-E1AD575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84CCC-6B5C-410D-B007-F5C987C2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47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E394E-B93B-4455-AA15-C9A0CF60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7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BB36C-70E5-4107-B62D-7D5E29D1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47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3BBAC-DB98-4F52-A074-4C555E1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49D53-5645-49F7-85B5-67B69716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BD136-11AB-4044-A5FD-3EE3DF3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133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E50B2-D3E8-4808-A7F8-62C3542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Mobile /join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8F2A8-B21B-41DB-95D3-9E47010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로그인·국가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BFEAE-ED03-4DEE-8F4F-D44F998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2133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59306-51FD-4750-BE10-88E493AC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Admin /admin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4219C-EE9E-45DC-B918-6882378E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시작·추첨·URL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42014-3637-42FB-BBB2-8776537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133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E558D-0544-4093-8ED4-127A965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OBS /overlay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C57C8-F76C-483E-B38F-7DF1CC4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QR·인원·당첨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55440-29E0-496C-8784-50D4F7DF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2133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D9DAD-BFB1-4E8B-8CC9-FB6AF661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Winner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BBAF9-8E48-4F18-8874-2087012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24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선물 받기 승인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32067-C855-43B3-9B45-4AAC59A8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000500"/>
            <a:ext cx="2971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5AD21-8203-4BAE-9F63-81D73F8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Firebase + Firestore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A85EE-5FAC-405D-A038-9F3B47D6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720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 화면 실시간 동기화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E5EF6-0F25-4C9C-A72F-EB85DDC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445770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C20F0-B637-44A0-B7F3-29532C9C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SodaGift + Twitch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DFA4C-19BE-4FBE-AC78-8C568F5E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292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LINK 발급 · 귓속말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4D074-798A-4EA2-BAC3-CB695FB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673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API 키와 평문 LINK는 로컬 브리지에만 보관</a:t>
            </a:r>
          </a:p>
        </p:txBody>
      </p:sp>
    </p:spTree>
    <p:extLst>
      <p:ext uri="{BB962C8B-B14F-4D97-AF65-F5344CB8AC3E}">
        <p14:creationId xmlns:p14="http://schemas.microsoft.com/office/powerpoint/2010/main" val="90797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81451-5D39-4174-848B-3F447637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9E623F8-A1A6-4F92-8555-EEA6D2E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QR 참여부터 당첨까지 한 휴대폰에서 이어진다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5324D-5D1F-4D5E-B407-69A24B13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21662-5A2E-4852-B98D-3047CF5A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rPr>
              <a:t>참가 순서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8D4EF-DCA7-40AB-BB1D-BF44095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QR → Twitch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06B29-D0D0-47DA-8539-F490ED05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526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rPr>
              <a:t>→ 로그인 · 국가 · 참여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091AF-8B0D-43E0-8A9F-871F580C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A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0D687-1587-4B88-8A88-203F38F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참가자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E93CE-BB98-45D5-8969-978F2F20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886200"/>
            <a:ext cx="112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98FE3-0BCB-4A1E-A981-2CECBDB9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스캔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7BA22-0FB7-4149-9856-93CCACB0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719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948D7-713B-41D6-BC97-B49462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3886200"/>
            <a:ext cx="112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A9FE3-81B8-4D7D-87E9-713266F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Twitch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FB01B-1367-494E-BCC7-95FCAAB7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719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C1E27-C86D-4CBD-9BB0-0552374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886200"/>
            <a:ext cx="112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C8521-045D-4183-92A6-79754A60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국가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6C035-74DA-42CC-A92A-C35C4E22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6A1A9-EFAD-4D87-8139-E1C5DFCA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886200"/>
            <a:ext cx="112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0272A-B019-490A-8A2C-C31E7E4B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B0173-5730-4875-BBEB-4EEAC98E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1676400"/>
            <a:ext cx="4800600" cy="3486150"/>
          </a:xfrm>
          <a:prstGeom xmlns:a="http://schemas.openxmlformats.org/drawingml/2006/main" prst="roundRect">
            <a:avLst>
              <a:gd name="adj" fmla="val 2732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03DEC1-9555-4C07-9257-C40633E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참가자 화면 상태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A3BA4-B78E-44EC-9A18-D4E25F63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4000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  Twitch 계정 로그인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  국가 선택·참여 완료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  추첨 결과 대기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  당첨 + 선물 받기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D007C-F929-4753-91C3-E4BA1703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당첨자만 수령 흐름을 시작할 수 있다</a:t>
            </a:r>
          </a:p>
        </p:txBody>
      </p:sp>
    </p:spTree>
    <p:extLst>
      <p:ext uri="{BB962C8B-B14F-4D97-AF65-F5344CB8AC3E}">
        <p14:creationId xmlns:p14="http://schemas.microsoft.com/office/powerpoint/2010/main" val="1301554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당첨자의 클릭 이후에만 수령 흐름이 시작된다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시스템 동작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 경험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1 · 당첨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당첨 결과와 버튼을 함께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선물 받기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2 · 승인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버튼 클릭으로 지급 요청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참가자가 직접 시작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3 · LINK 발급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 기준 SodaGift URL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개인 수령 URL 준비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4 · 귓속말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API로 LINK 전달 요청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DM 확인은 best effort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5 · SodaGift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수령 사이트에서 상품 선택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선택 후 주문 완료</a:t>
            </a:r>
          </a:p>
        </p:txBody>
      </p:sp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53454-1DEC-4D4D-A144-B644EF2E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1DA6DC9-09E1-4103-80F2-368A8343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세 화면을 함께 보며 3분 데모를 진행한다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C5F4A-9408-4F43-B852-CAFF682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4F4A1-AD28-419F-9919-49E6013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76400"/>
            <a:ext cx="52197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0">
            <a:solidFill>
              <a:srgbClr val="FFF0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CB4FF-698A-40D1-8A2E-DF697721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rPr>
              <a:t>데모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62ECE-2EC3-4896-BDFF-425A6CE2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Twitch·OBS·참가자 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B43D2-B883-4270-9581-D0CF2A0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OBS에는 QR과 당첨자,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참가자 폰에는 참여·수령,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운영자 화면에는 상태와 URL.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16C24-D71E-49A9-8FDD-266FB270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5A67"/>
                </a:solidFill>
                <a:latin typeface="Apple SD Gothic Neo"/>
                <a:ea typeface="Apple SD Gothic Neo"/>
                <a:cs typeface="Apple SD Gothic Neo"/>
              </a:rPr>
              <a:t>성공 기준: 수령 URL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BF8F4-063F-421B-A82C-9E49365C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1676400"/>
            <a:ext cx="56769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C6840-8180-468B-9323-CD4C7AF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B525D-5A0B-4F05-B4C3-F985E594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네 번의 동작으로 시연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F6A46-2CEB-4270-9398-F10D99E9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D6B1A-E98B-4530-83C2-F51FD7D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이벤트 시작 — QR 활성화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BE1A7-540A-4F42-8D13-3EB71E64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88673-EC49-4C64-A734-6B6E213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참가 완료 — 국가까지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44917-B31C-4C80-9410-E7C0ABF8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E1002-137B-44B9-BD85-33FC8AB4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추첨하기 — 당첨자 발표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4F90D-9CFF-4359-887B-FF978599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F2B7B-8AC8-4E5C-8C36-5474B19D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선물 받기 — LINK 발급·SodaGift 이동</a:t>
            </a:r>
          </a:p>
        </p:txBody>
      </p:sp>
    </p:spTree>
    <p:extLst>
      <p:ext uri="{BB962C8B-B14F-4D97-AF65-F5344CB8AC3E}">
        <p14:creationId xmlns:p14="http://schemas.microsoft.com/office/powerpoint/2010/main" val="1892357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615A8-EAB6-4FDE-8DD0-9558B54B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24CB5A32-4795-49FA-A4B7-38DD172B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Twitch 귓속말은 성공 응답 뒤에도 사라질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B8FE8-EB6F-40FE-9F30-F0C591A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BCEAF-FF93-46AE-B409-D1DC9C67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ISSUE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4355A-7F3F-4C97-8766-FEABAC17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0CFB8-CDCA-4DBF-B289-5C219686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API는 HTTP 204를 반환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7A070-39DB-46A3-83A7-A62124B0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5E4D2-A12E-4344-8D91-A91522FC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실제 귓속말함에는 미도착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5A653-1373-49C9-9513-5C027A5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09078-3E9B-4665-8C42-A667DE4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외부 LINK 메시지를 silent drop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392E0-8605-4647-A0D1-4B584DD8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22013-BF92-41B3-98B7-FD496166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읽음·배달 확인 API가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0EC24-B820-436F-9256-BB8DF10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DB12A-BEF5-49F0-A358-8F1B17D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계정 관계·설정에도 영향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58FE1-BA90-41E0-89B1-FFAB1C4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45519-3AD7-479D-B656-B3A46C38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03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DEMO STRATEGY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9152B-70F4-48A0-8E92-67FFAC6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40808-5738-4C30-8269-7AC257B9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상태를 ‘Twitch 접수’로 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3A958-88D5-4810-9760-F5DFFFB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17961-F2C6-4A2C-8B11-1D30E1A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참가자 화면에 수령 버튼 유지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2C06D-669B-4488-916E-7660514B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2A182-6C43-4716-BA77-C049893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운영자 화면에 생성 URL 표시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C1553-8B42-4AC6-83FC-64D09BBB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FB4A4-4454-4656-B90E-6F9C08DF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수신자가 발신 계정을 팔로우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01789-2B99-41CC-BA8E-D341C92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896A3-8B7D-4129-8029-8795906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귓속말은 보조, 직접 수령은 기본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92413-BFAF-45E3-802D-E90A0A1D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결론: Twitch는 best effort, SodaGift URL은 화면 경로로 보장한다.</a:t>
            </a:r>
          </a:p>
        </p:txBody>
      </p:sp>
    </p:spTree>
    <p:extLst>
      <p:ext uri="{BB962C8B-B14F-4D97-AF65-F5344CB8AC3E}">
        <p14:creationId xmlns:p14="http://schemas.microsoft.com/office/powerpoint/2010/main" val="1021717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ED1984-85B1-4406-8E77-A9BB871B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798B727D-B282-4EF2-9289-AB700AA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AI는 낙첨자를 취향 기반 고객으로 다시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44FE7-CAA7-4170-A07C-ED07990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FE716-602F-4E37-AD5A-AFAECC7C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4C119-411D-4011-892A-4F248BB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팔로우 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52150-E419-4264-88FB-FCF14065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팔로우 채널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콘텐츠 카테고리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참가 국가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4AC40-CCB3-4F79-B42B-85115FA4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2F75-57AE-4ED4-B11E-BD068803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SodaGift 카탈로그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955E1-21A2-4089-809F-FE7121FB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4795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국가별 상품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브랜드·카테고리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가격·통화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EEAAB-8917-48E6-9FEE-EB5F0C54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3916C-44B8-4AE1-94CC-781CAD68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Claude 추천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8B86E-73CC-41C2-854C-447B6568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Top 3 상품 선택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취향 근거 생성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현지 언어 문장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F60F5-F5E5-433B-A458-1E7D6958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E4E49-BF87-4E0D-9A31-BAA6F9AF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데모 안정성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13D0D-C091-4AC2-A045-3F84CFB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API 키 없으면 랜덤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호출·파싱 실패 복구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낙첨자 화면 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64A71-FE50-4C5F-A82B-D3FE8593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51ADD-F9A8-4D66-AA06-B21F6237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9CDE1-E11C-454D-BE17-5A107D2F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사람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24B58-43AE-4A3C-A059-679921C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문제·제약 정의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8643F-10F1-4E60-8C1C-26A5FB0A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F891B-DE31-47EF-B66A-727AABB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AI 초안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29115-B559-4833-8FD7-88C6C10C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Codex로 설계·구현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E6F43-A0C1-4492-B741-F2B0BCD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09502-EDBB-44D2-A4FE-6991F0C6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코드 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02E66-B092-4207-83B5-A9BDAC9E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실제 API·화면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C96EF6-2480-44EB-92A7-F0557607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B61E3-75E7-4F67-AB1F-FE59215D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팀 피드백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BE38A-24B5-4E2C-917B-838D56D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사람의 판단으로 수정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20926F-8927-45F7-B201-672A4F3E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9680F6-AE33-482F-AF3A-14FE529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95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재검증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EF8A0F-732B-480E-8004-FF55A482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958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E2E·문서 정합성</a:t>
            </a:r>
          </a:p>
        </p:txBody>
      </p:sp>
    </p:spTree>
    <p:extLst>
      <p:ext uri="{BB962C8B-B14F-4D97-AF65-F5344CB8AC3E}">
        <p14:creationId xmlns:p14="http://schemas.microsoft.com/office/powerpoint/2010/main" val="19861423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852E2-756D-44C5-B2D1-38E242A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2E771DDC-5D8A-4698-816A-6925E8CD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라이브 이벤트가 SodaGift의 반복 주문으로 이어진다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D5CC4-9866-4962-B4B6-3818C58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9A56A-C083-4E93-924E-1B707C49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9ABD1-3F45-4960-B18E-1A6A0F89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브랜드·주최자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E6087-EEF1-4E80-81EA-D907080D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캠페인 예산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D9816-7867-4F4E-BDF8-0A7C94F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7487E-4C29-4C4E-8BD7-0FE986E6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D5281-D1C0-4BFA-98EE-6D940BF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K-CON · Twitch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1EC9C-408A-4DF9-8B2A-5A249A3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글로벌 팬 참여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12E11-8689-449C-A138-F9FE1B5F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36965-B2AD-4E75-B1FD-6B1358D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2F9BE-C519-41F1-A72B-D81F9FE6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5DD6A-1459-423B-9895-C2A0C02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참여·추첨·전환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1F0AE-5020-432D-B2EB-A0A538DE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FBF9-09D7-4EC0-B3CF-D043D88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836E9-E168-4192-8926-A25363D4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SodaGift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60E62-D4CB-4002-91B7-B8BA7C3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국가별 상품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BEF1C-40AE-4DF7-B8FE-CB00327B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현실적인 수익 구조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BB04B-28F0-4AFD-8A9D-D425C14E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캠페인 이용료 + 경품 주문 수수료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F49F6-279C-49DC-A546-893406AC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K-CON · 게임 출시 · 팬미팅 · 스포츠 라이브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6B842-3E23-4384-9738-C301F150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DC584-6E95-41BE-8D30-2B62DCFC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핵심 지표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4EE57-CA26-46AD-9719-6D76728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참여→수령 전환율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이벤트당 주문액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반복 캠페인 비율</a:t>
            </a:r>
          </a:p>
        </p:txBody>
      </p:sp>
    </p:spTree>
    <p:extLst>
      <p:ext uri="{BB962C8B-B14F-4D97-AF65-F5344CB8AC3E}">
        <p14:creationId xmlns:p14="http://schemas.microsoft.com/office/powerpoint/2010/main" val="1914503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A3702-63BE-47E6-BF32-898DF300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0425055D-11B1-4B87-8471-D48F2450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38977-11E4-4E80-88C0-005846B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746E8-F187-418B-8771-92762AF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76400"/>
            <a:ext cx="112776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4B4E0-3281-487B-86B2-B51AA424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“당첨의 순간을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 세계 팬의 선물로 연결합니다.”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D0404-8FB8-44E4-99B8-58331D8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5725D-8B93-4F0A-87DE-EC000B4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Twitch·OBS로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실시간 참여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A8A56-F282-4068-AC6A-8F7E62E1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188E0-1054-4BFC-BB41-055FC7B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국가 선택으로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글로벌 지급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2758C-11EA-441A-B06C-14E4EC83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F0E4F-FEC4-48FB-8523-86E2F55E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당첨자 승인 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개인 LINK 발급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36E79-6EF6-4EEB-B6A7-B3159F25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75BB7-E843-4808-8066-7911066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반복 이벤트가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SodaGift 주문으로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0C1CB-4B82-419C-8918-32D48A1B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 × SodaGift — 글로벌 팬 리워드의 가장 짧은 경로</a:t>
            </a:r>
          </a:p>
        </p:txBody>
      </p:sp>
    </p:spTree>
    <p:extLst>
      <p:ext uri="{BB962C8B-B14F-4D97-AF65-F5344CB8AC3E}">
        <p14:creationId xmlns:p14="http://schemas.microsoft.com/office/powerpoint/2010/main" val="900498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2026-08-30T08:20:49.8320000Z</dcterms:created>
  <dcterms:modified xsi:type="dcterms:W3CDTF">2026-08-30T08:20:49.8320000Z</dcterms:modified>
</coreProperties>
</file>